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080625" cy="5670550"/>
  <p:notesSz cx="7559675" cy="10691813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3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2A077D7-4AC0-4369-ADDA-B3B7E69DB00D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D401A5C-D862-4A68-8049-A1B1D56D8BA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4F9B16-9F8E-4A62-9A02-90D9EB04EA55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n 12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7703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n 15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n 18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n 21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n 24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n 27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n 30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n 33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n 36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n 39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n 42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n 45"/>
          <p:cNvPicPr/>
          <p:nvPr/>
        </p:nvPicPr>
        <p:blipFill>
          <a:blip r:embed="rId2"/>
          <a:stretch/>
        </p:blipFill>
        <p:spPr>
          <a:xfrm>
            <a:off x="-3960" y="-6480"/>
            <a:ext cx="10079640" cy="5666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Naun Caballero</cp:lastModifiedBy>
  <cp:revision>2</cp:revision>
  <dcterms:created xsi:type="dcterms:W3CDTF">2026-02-18T13:02:49Z</dcterms:created>
  <dcterms:modified xsi:type="dcterms:W3CDTF">2026-05-05T16:06:56Z</dcterms:modified>
  <dc:language>es-ES</dc:language>
</cp:coreProperties>
</file>