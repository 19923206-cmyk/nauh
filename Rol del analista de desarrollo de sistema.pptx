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C3A9-641B-49E7-8FFB-8EC53D9AF130}" type="datetimeFigureOut">
              <a:rPr lang="es-SV" smtClean="0"/>
              <a:t>18/2/2026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F4BC94C-1884-4C2F-92E5-3D3A57506324}" type="slidenum">
              <a:rPr lang="es-SV" smtClean="0"/>
              <a:t>‹Nº›</a:t>
            </a:fld>
            <a:endParaRPr lang="es-SV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403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C3A9-641B-49E7-8FFB-8EC53D9AF130}" type="datetimeFigureOut">
              <a:rPr lang="es-SV" smtClean="0"/>
              <a:t>18/2/2026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C94C-1884-4C2F-92E5-3D3A57506324}" type="slidenum">
              <a:rPr lang="es-SV" smtClean="0"/>
              <a:t>‹Nº›</a:t>
            </a:fld>
            <a:endParaRPr lang="es-SV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715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C3A9-641B-49E7-8FFB-8EC53D9AF130}" type="datetimeFigureOut">
              <a:rPr lang="es-SV" smtClean="0"/>
              <a:t>18/2/2026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C94C-1884-4C2F-92E5-3D3A57506324}" type="slidenum">
              <a:rPr lang="es-SV" smtClean="0"/>
              <a:t>‹Nº›</a:t>
            </a:fld>
            <a:endParaRPr lang="es-SV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47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C3A9-641B-49E7-8FFB-8EC53D9AF130}" type="datetimeFigureOut">
              <a:rPr lang="es-SV" smtClean="0"/>
              <a:t>18/2/2026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C94C-1884-4C2F-92E5-3D3A57506324}" type="slidenum">
              <a:rPr lang="es-SV" smtClean="0"/>
              <a:t>‹Nº›</a:t>
            </a:fld>
            <a:endParaRPr lang="es-SV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571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C3A9-641B-49E7-8FFB-8EC53D9AF130}" type="datetimeFigureOut">
              <a:rPr lang="es-SV" smtClean="0"/>
              <a:t>18/2/2026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C94C-1884-4C2F-92E5-3D3A57506324}" type="slidenum">
              <a:rPr lang="es-SV" smtClean="0"/>
              <a:t>‹Nº›</a:t>
            </a:fld>
            <a:endParaRPr lang="es-SV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125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C3A9-641B-49E7-8FFB-8EC53D9AF130}" type="datetimeFigureOut">
              <a:rPr lang="es-SV" smtClean="0"/>
              <a:t>18/2/2026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C94C-1884-4C2F-92E5-3D3A57506324}" type="slidenum">
              <a:rPr lang="es-SV" smtClean="0"/>
              <a:t>‹Nº›</a:t>
            </a:fld>
            <a:endParaRPr lang="es-SV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01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C3A9-641B-49E7-8FFB-8EC53D9AF130}" type="datetimeFigureOut">
              <a:rPr lang="es-SV" smtClean="0"/>
              <a:t>18/2/2026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C94C-1884-4C2F-92E5-3D3A5750632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73285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C3A9-641B-49E7-8FFB-8EC53D9AF130}" type="datetimeFigureOut">
              <a:rPr lang="es-SV" smtClean="0"/>
              <a:t>18/2/2026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C94C-1884-4C2F-92E5-3D3A57506324}" type="slidenum">
              <a:rPr lang="es-SV" smtClean="0"/>
              <a:t>‹Nº›</a:t>
            </a:fld>
            <a:endParaRPr lang="es-SV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36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859C3A9-641B-49E7-8FFB-8EC53D9AF130}" type="datetimeFigureOut">
              <a:rPr lang="es-SV" smtClean="0"/>
              <a:t>18/2/2026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C94C-1884-4C2F-92E5-3D3A57506324}" type="slidenum">
              <a:rPr lang="es-SV" smtClean="0"/>
              <a:t>‹Nº›</a:t>
            </a:fld>
            <a:endParaRPr lang="es-SV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583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C3A9-641B-49E7-8FFB-8EC53D9AF130}" type="datetimeFigureOut">
              <a:rPr lang="es-SV" smtClean="0"/>
              <a:t>18/2/2026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C94C-1884-4C2F-92E5-3D3A57506324}" type="slidenum">
              <a:rPr lang="es-SV" smtClean="0"/>
              <a:t>‹Nº›</a:t>
            </a:fld>
            <a:endParaRPr lang="es-SV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773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C3A9-641B-49E7-8FFB-8EC53D9AF130}" type="datetimeFigureOut">
              <a:rPr lang="es-SV" smtClean="0"/>
              <a:t>18/2/2026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C94C-1884-4C2F-92E5-3D3A57506324}" type="slidenum">
              <a:rPr lang="es-SV" smtClean="0"/>
              <a:t>‹Nº›</a:t>
            </a:fld>
            <a:endParaRPr lang="es-SV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31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9C3A9-641B-49E7-8FFB-8EC53D9AF130}" type="datetimeFigureOut">
              <a:rPr lang="es-SV" smtClean="0"/>
              <a:t>18/2/2026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F4BC94C-1884-4C2F-92E5-3D3A57506324}" type="slidenum">
              <a:rPr lang="es-SV" smtClean="0"/>
              <a:t>‹Nº›</a:t>
            </a:fld>
            <a:endParaRPr lang="es-SV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430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4F19C-BC59-43D0-993F-5C60387E10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Rol del analista de desarrollo de sistema</a:t>
            </a:r>
            <a:endParaRPr lang="es-SV" sz="4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B08FB1-044A-424F-9885-CF652BC31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943907"/>
          </a:xfrm>
        </p:spPr>
        <p:txBody>
          <a:bodyPr>
            <a:normAutofit fontScale="85000" lnSpcReduction="20000"/>
          </a:bodyPr>
          <a:lstStyle/>
          <a:p>
            <a:br>
              <a:rPr lang="es-ES" dirty="0"/>
            </a:br>
            <a:br>
              <a:rPr lang="es-ES" dirty="0"/>
            </a:br>
            <a:r>
              <a:rPr lang="es-ES" b="1" dirty="0"/>
              <a:t>TIPOS DE SISTEMAS</a:t>
            </a:r>
            <a:endParaRPr lang="es-ES" dirty="0"/>
          </a:p>
          <a:p>
            <a:r>
              <a:rPr lang="es-ES" dirty="0"/>
              <a:t>Nombre: </a:t>
            </a:r>
            <a:r>
              <a:rPr lang="es-ES" dirty="0">
                <a:solidFill>
                  <a:srgbClr val="FF0000"/>
                </a:solidFill>
              </a:rPr>
              <a:t>Naun </a:t>
            </a:r>
            <a:r>
              <a:rPr lang="es-ES" dirty="0"/>
              <a:t>____________</a:t>
            </a:r>
            <a:br>
              <a:rPr lang="es-ES" dirty="0"/>
            </a:br>
            <a:r>
              <a:rPr lang="es-ES" dirty="0"/>
              <a:t>modulo: </a:t>
            </a:r>
            <a:r>
              <a:rPr lang="es-ES" dirty="0">
                <a:solidFill>
                  <a:srgbClr val="FF0000"/>
                </a:solidFill>
              </a:rPr>
              <a:t>2.1</a:t>
            </a:r>
            <a:r>
              <a:rPr lang="es-ES" dirty="0"/>
              <a:t>____________</a:t>
            </a:r>
            <a:br>
              <a:rPr lang="es-ES" dirty="0"/>
            </a:br>
            <a:r>
              <a:rPr lang="es-ES" dirty="0"/>
              <a:t>Profesor(a): </a:t>
            </a:r>
            <a:r>
              <a:rPr lang="es-ES" dirty="0">
                <a:solidFill>
                  <a:srgbClr val="FF0000"/>
                </a:solidFill>
              </a:rPr>
              <a:t>juan____________</a:t>
            </a:r>
            <a:br>
              <a:rPr lang="es-ES" dirty="0"/>
            </a:br>
            <a:r>
              <a:rPr lang="es-ES" dirty="0"/>
              <a:t>Fecha: </a:t>
            </a:r>
            <a:r>
              <a:rPr lang="es-ES" dirty="0">
                <a:solidFill>
                  <a:srgbClr val="FF0000"/>
                </a:solidFill>
              </a:rPr>
              <a:t>18/02/26_</a:t>
            </a:r>
            <a:r>
              <a:rPr lang="es-ES" dirty="0"/>
              <a:t>___________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860441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D8CAA-0A44-4CED-8CFF-3AB0206B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Introducción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855B8A-3ABA-4879-869B-210FB02153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sistemas son fundamentales en las organizaciones modernas.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Permiten organizar, procesar y analizar información.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analista de sistemas cumple un papel clave en su desarrollo.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esta presentación veremos su rol y los principales tipos de sistemas.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873A22-951E-45FA-9310-19EDCEF25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556" y="2314222"/>
            <a:ext cx="2844800" cy="22295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33529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D9397-C218-42CE-8417-56FB92BE0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 analista de sistema?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270419-BA17-477C-8E7B-8B9EBE64C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Profesional especializado en analizar y diseñar sistemas informáticos.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Actúa como intermediario entre usuarios y programadores.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Identifica necesidades y propone soluciones tecnológicas.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Busca mejorar procesos organizacionales mediante la tecnología.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0031F72-5197-4527-BF2E-1A9F56C3D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167" y="4188179"/>
            <a:ext cx="5715000" cy="266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236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4B716-2A8F-4E5D-85DD-7FB996CCB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 sz="4000" dirty="0"/>
              <a:t>Objetivos del Rol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40B0CD-8EE6-41DA-9381-B79C3DEEA9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Mejorar procesos organizacionales.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Reducir costos mediante automatización.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Aumentar eficiencia operativa.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Garantizar calidad en el software desarrollado.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9CCB42-BA4B-47CD-BC8C-49F86EFBF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204" y="2892868"/>
            <a:ext cx="3054351" cy="200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360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8E2981-B2C2-4BEF-8AD9-988E6D693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Levantamiento de Requerimientos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5BEE3F-AF3F-4478-B232-D8A5A3AA91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Entrevistas con usuarios.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Encuestas y observación directa.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Identificación de problemas actuales.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Definición de requerimientos funcionales y no funcionales.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994D3B-C648-45DB-95D1-383A6EDF2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67" y="2226400"/>
            <a:ext cx="4312356" cy="24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77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7E6CD-E482-4C53-9B8D-754B37EE3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Análisis de Procesos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C37434-D41F-41F5-BD63-175CDB8BBB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Estudio del proceso actual (AS-IS).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Propuesta del proceso mejorado (TO-BE).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Identificación de oportunidades de mejora.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de diagramas y modelado.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157F82-CFA4-4A61-BE34-07FB3DF48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690" y="2426052"/>
            <a:ext cx="3558999" cy="219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30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12A2A7-6DDB-4748-83DD-DA3E35A2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Diseño del Sistema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6D2185-3609-4360-A359-940FC33797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Diseño funcional.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Diagramas UML.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Definición de arquitectura del sistema.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Diseño de base de datos.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231DCA-6BF8-4897-AB21-7CF95AD0E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382" y="2357966"/>
            <a:ext cx="3855861" cy="233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29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4EFD0-8DC6-4327-B1FB-05564DF8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Metodologías de Trabajo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E74CC8-25D2-4620-87B5-CDB7C519E5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 trabajar con modelo tradicional (cascada).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Actualmente se utilizan metodologías ágiles como: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Kanban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 en reuniones diarias y planificación de tareas.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historias de usuario y prioriza requerimientos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3347ED-A2FD-4B52-B0A2-459E31F0F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093" y="2832100"/>
            <a:ext cx="3946173" cy="206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54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0EB56-2376-4387-8E85-C48C7271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Herramientas Utilizadas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B13ADA-3582-42CF-8543-6C533245AB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Herramientas de gestión de proyectos (Jira, Trello).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Herramientas de modelado (Visio, Draw.io).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Bases de datos y 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Herramientas de documentación técnica.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Plataformas de colaboración como Microsoft Teams o Slack.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F60B847-4307-43BC-9E77-68680C486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712" y="2630311"/>
            <a:ext cx="3299355" cy="214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70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7D372-F4A6-4025-87B0-EF6BAD03C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Trabajo en Equipo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B6BDCB-D66C-486B-BF45-D9580C0369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Colabora con el Project Manager en la planificación.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Trabaja con desarrolladores para aclarar requerimientos.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Coordina con diseñadores UX/UI la experiencia del usuario.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Apoya al equipo de pruebas (QA).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Mantiene comunicación constante con los usuarios finales.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CF5DB5-5E0D-4531-AB28-CFC63DDF1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134" y="2619022"/>
            <a:ext cx="3273955" cy="211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53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11ACC-93F6-4D80-B78C-661B380E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Competencias Técnicas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122392-0DE8-4A28-8C06-5FBA7DF705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Conocimiento en análisis de requerimientos.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Modelado UML y diagramas técnicos.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Manejo de bases de datos y consultas 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Conocimiento básico de programación.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Comprensión de arquitecturas de software.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D44AE0-2804-40B9-B506-AAC2A796A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583" y="3148189"/>
            <a:ext cx="3871838" cy="196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58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6837D2-7034-4E91-AF28-328702FF4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Pruebas y Validación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729AE1-DFE4-4B52-B547-CB918554A1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 en pruebas funcionales del sistema.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 que se cumplan los requerimientos definidos.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Apoya en pruebas de integración entre módulos.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Coordina pruebas de aceptación del usuario (UAT).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Detecta errores antes de la implementación final.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BC9C6A-3739-44F9-9DD6-DDF9C7C88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080" y="2793300"/>
            <a:ext cx="3481774" cy="210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13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9AF13-2583-4F4F-8F58-7885456F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Desventajas del Analista de Desarrollo de Sistemas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0656C1-0609-4E78-8689-DFA9B75B7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b="1" dirty="0"/>
              <a:t>1. Alta responsabilidad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Si el análisis es incorrecto, el proyecto puede fracasar.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Errores en requerimientos generan sobrecostos.</a:t>
            </a:r>
          </a:p>
          <a:p>
            <a:r>
              <a:rPr lang="es-ES" b="1" dirty="0"/>
              <a:t>2. Presión y estrés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Fechas de entrega ajustadas.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Cambios constantes en requerimientos.</a:t>
            </a:r>
          </a:p>
          <a:p>
            <a:r>
              <a:rPr lang="es-ES" b="1" dirty="0"/>
              <a:t>3. Comunicación compleja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Debe traducir lenguaje técnico a lenguaje empresarial.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Puede haber conflictos entre usuarios y desarrolladores.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432269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00208-A42D-46F2-9584-0D733C4F7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Ventajas del Analista de Desarrollo de Sistemas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F3D947-9692-4F81-8FD1-1D983EF4C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b="1" dirty="0"/>
              <a:t>1. Alta demanda laboral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Es un perfil muy solicitado en empresas públicas y privadas.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Forma parte de procesos de transformación digital.</a:t>
            </a:r>
          </a:p>
          <a:p>
            <a:r>
              <a:rPr lang="es-ES" b="1" dirty="0"/>
              <a:t>2. Buenas oportunidades salariales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Por su nivel de responsabilidad y conocimientos técnicos.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Posibilidad de crecimiento profesional (Jefe de proyectos, </a:t>
            </a:r>
            <a:r>
              <a:rPr lang="es-ES" dirty="0" err="1"/>
              <a:t>Product</a:t>
            </a:r>
            <a:r>
              <a:rPr lang="es-ES" dirty="0"/>
              <a:t> </a:t>
            </a:r>
            <a:r>
              <a:rPr lang="es-ES" dirty="0" err="1"/>
              <a:t>Owner</a:t>
            </a:r>
            <a:r>
              <a:rPr lang="es-ES" dirty="0"/>
              <a:t>, etc.).</a:t>
            </a:r>
          </a:p>
          <a:p>
            <a:r>
              <a:rPr lang="es-ES" b="1" dirty="0"/>
              <a:t>3. Rol estratégico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Participa en la toma de decisiones tecnológicas.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Impacta directamente en la mejora de procesos empresariales.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65945339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58</TotalTime>
  <Words>558</Words>
  <Application>Microsoft Office PowerPoint</Application>
  <PresentationFormat>Panorámica</PresentationFormat>
  <Paragraphs>84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Galería</vt:lpstr>
      <vt:lpstr>Rol del analista de desarrollo de sistema</vt:lpstr>
      <vt:lpstr>Introducción</vt:lpstr>
      <vt:lpstr>¿Qué ES un analista de sistema?</vt:lpstr>
      <vt:lpstr>Objetivos del Rol</vt:lpstr>
      <vt:lpstr>Levantamiento de Requerimientos</vt:lpstr>
      <vt:lpstr>Análisis de Procesos</vt:lpstr>
      <vt:lpstr>Diseño del Sistema</vt:lpstr>
      <vt:lpstr>Metodologías de Trabajo</vt:lpstr>
      <vt:lpstr>Herramientas Utilizadas</vt:lpstr>
      <vt:lpstr>Trabajo en Equipo</vt:lpstr>
      <vt:lpstr>Competencias Técnicas</vt:lpstr>
      <vt:lpstr>Pruebas y Validación</vt:lpstr>
      <vt:lpstr>Desventajas del Analista de Desarrollo de Sistemas</vt:lpstr>
      <vt:lpstr>Ventajas del Analista de Desarrollo de Sistemas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 del analista de desarrollo de sistema</dc:title>
  <dc:creator>Naun</dc:creator>
  <cp:lastModifiedBy>Naun</cp:lastModifiedBy>
  <cp:revision>6</cp:revision>
  <dcterms:created xsi:type="dcterms:W3CDTF">2026-02-17T20:14:46Z</dcterms:created>
  <dcterms:modified xsi:type="dcterms:W3CDTF">2026-02-18T21:03:13Z</dcterms:modified>
</cp:coreProperties>
</file>