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1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5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7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0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1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24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2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11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5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94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0178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07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19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21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1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566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</a:t>
            </a:r>
            <a:r>
              <a:rPr dirty="0"/>
              <a:t> de Sistema Informatic</a:t>
            </a:r>
            <a:r>
              <a:rPr lang="es-ES" dirty="0"/>
              <a:t>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dirty="0"/>
              <a:t>Presentación. </a:t>
            </a:r>
            <a:r>
              <a:rPr sz="2800" dirty="0"/>
              <a:t>academic</a:t>
            </a:r>
            <a:r>
              <a:rPr lang="es-ES" sz="2800" dirty="0"/>
              <a:t>a</a:t>
            </a:r>
            <a:endParaRPr sz="2800" dirty="0"/>
          </a:p>
          <a:p>
            <a:pPr lvl="1"/>
            <a:r>
              <a:rPr sz="2800" dirty="0"/>
              <a:t>Nombre: </a:t>
            </a:r>
            <a:r>
              <a:rPr lang="es-ES" sz="2800" dirty="0">
                <a:solidFill>
                  <a:srgbClr val="FF0000"/>
                </a:solidFill>
              </a:rPr>
              <a:t>Naun caballero</a:t>
            </a:r>
            <a:endParaRPr sz="2800" dirty="0">
              <a:solidFill>
                <a:srgbClr val="FF0000"/>
              </a:solidFill>
            </a:endParaRPr>
          </a:p>
          <a:p>
            <a:pPr lvl="1"/>
            <a:r>
              <a:rPr lang="es-ES" sz="2400" dirty="0"/>
              <a:t>fecha</a:t>
            </a:r>
            <a:r>
              <a:rPr sz="2400" dirty="0"/>
              <a:t>: </a:t>
            </a:r>
            <a:r>
              <a:rPr lang="es-ES" sz="2400" dirty="0">
                <a:solidFill>
                  <a:srgbClr val="FF0000"/>
                </a:solidFill>
              </a:rPr>
              <a:t>16/02/2026</a:t>
            </a:r>
            <a:endParaRPr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¿</a:t>
            </a:r>
            <a:r>
              <a:rPr lang="es-ES" dirty="0"/>
              <a:t>	Que</a:t>
            </a:r>
            <a:r>
              <a:rPr dirty="0"/>
              <a:t> es el </a:t>
            </a:r>
            <a:r>
              <a:rPr lang="es-ES" dirty="0"/>
              <a:t>diseño</a:t>
            </a:r>
            <a:r>
              <a:rPr dirty="0"/>
              <a:t> de Sistema Informatic</a:t>
            </a:r>
            <a:r>
              <a:rPr lang="es-ES" dirty="0"/>
              <a:t>o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lvl="1"/>
            <a:r>
              <a:rPr lang="es-ES" sz="2400" b="1" dirty="0">
                <a:effectLst/>
              </a:rPr>
              <a:t>es el proceso técnico y creativo de definir la arquitectura, módulos, interfaces, datos y componentes de un sistema de software o hardware para satisfacer requisitos específicos</a:t>
            </a:r>
            <a:r>
              <a:rPr lang="es-ES" b="0" i="0" dirty="0">
                <a:solidFill>
                  <a:srgbClr val="0A0A0A"/>
                </a:solidFill>
                <a:effectLst/>
                <a:latin typeface="Google Sans"/>
              </a:rPr>
              <a:t>. 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121A7C-8370-4A04-BE8A-941571943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112" y="4676946"/>
            <a:ext cx="4936830" cy="206655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Objetivo del </a:t>
            </a:r>
            <a:r>
              <a:rPr lang="es-ES" dirty="0"/>
              <a:t>diseño</a:t>
            </a:r>
            <a:r>
              <a:rPr dirty="0"/>
              <a:t> de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  <a:p>
            <a:pPr lvl="1"/>
            <a:r>
              <a:rPr lang="es-ES" sz="2400" b="1" dirty="0"/>
              <a:t> definir la arquitectura, componentes, módulos, interfaces y datos de un sistema para satisfacer requisitos específicos de forma eficiente, escalable, segura y confiable</a:t>
            </a:r>
            <a:r>
              <a:rPr lang="es-ES" sz="2400" b="1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  <a:endParaRPr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del Diseño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Análisis de requisitos.</a:t>
            </a:r>
          </a:p>
          <a:p>
            <a:pPr lvl="1"/>
            <a:r>
              <a:t>2. Diseño del sistema (arquitectura).</a:t>
            </a:r>
          </a:p>
          <a:p>
            <a:pPr lvl="1"/>
            <a:r>
              <a:t>3. Desarrollo o implementación.</a:t>
            </a:r>
          </a:p>
          <a:p>
            <a:pPr lvl="1"/>
            <a:r>
              <a:t>4. Pruebas y validación.</a:t>
            </a:r>
          </a:p>
          <a:p>
            <a:pPr lvl="1"/>
            <a:r>
              <a:t>5. Mantenimiento.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en el Diseño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Analista de sistemas: estudia necesidades.</a:t>
            </a:r>
          </a:p>
          <a:p>
            <a:pPr lvl="1"/>
            <a:r>
              <a:t>Diseñador: crea la arquitectura.</a:t>
            </a:r>
          </a:p>
          <a:p>
            <a:pPr lvl="1"/>
            <a:r>
              <a:t>Programador: desarrolla el sistema.</a:t>
            </a:r>
          </a:p>
          <a:p>
            <a:pPr lvl="1"/>
            <a:r>
              <a:t>Administrador de base de datos.</a:t>
            </a:r>
          </a:p>
          <a:p>
            <a:pPr lvl="1"/>
            <a:r>
              <a:t>Usuario final.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del Diseño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Mejor organización del proyecto.</a:t>
            </a:r>
          </a:p>
          <a:p>
            <a:pPr lvl="1"/>
            <a:r>
              <a:t>Reducción de errores.</a:t>
            </a:r>
          </a:p>
          <a:p>
            <a:pPr lvl="1"/>
            <a:r>
              <a:t>Mayor eficiencia operativa.</a:t>
            </a:r>
          </a:p>
          <a:p>
            <a:pPr lvl="1"/>
            <a:r>
              <a:t>Mejor experiencia para el usuario.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Desventajas del Diseño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Puede requerir tiempo y planificación extensa.</a:t>
            </a:r>
          </a:p>
          <a:p>
            <a:pPr lvl="1"/>
            <a:r>
              <a:t>Costos iniciales elevados.</a:t>
            </a:r>
          </a:p>
          <a:p>
            <a:pPr lvl="1"/>
            <a:r>
              <a:t>Necesita personal capacitado.</a:t>
            </a:r>
          </a:p>
          <a:p>
            <a:pPr lvl="1"/>
            <a:r>
              <a:t>Cambios pueden ser complejos si no se planifica bien.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Importancia del Diseño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crear soluciones tecnológicas efectivas.</a:t>
            </a:r>
          </a:p>
          <a:p>
            <a:pPr lvl="1"/>
            <a:r>
              <a:t>Mejora la productividad empresarial.</a:t>
            </a:r>
          </a:p>
          <a:p>
            <a:pPr lvl="1"/>
            <a:r>
              <a:t>Asegura la calidad del software.</a:t>
            </a:r>
          </a:p>
          <a:p>
            <a:pPr lvl="1"/>
            <a:r>
              <a:t>Reduce riesgos y fallas.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Consejos para un Buen Diseño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Escuchar al usuario antes de diseñar.</a:t>
            </a:r>
          </a:p>
          <a:p>
            <a:pPr lvl="1"/>
            <a:r>
              <a:t>Planificar antes de programar.</a:t>
            </a:r>
          </a:p>
          <a:p>
            <a:pPr lvl="1"/>
            <a:r>
              <a:t>Documentar cada proceso.</a:t>
            </a:r>
          </a:p>
          <a:p>
            <a:pPr lvl="1"/>
            <a:r>
              <a:t>Realizar pruebas constantes.</a:t>
            </a:r>
          </a:p>
          <a:p>
            <a:pPr lvl="1"/>
            <a:r>
              <a:t>Actualizar el sistema periódicamente.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diseño de sistemas informáticos es clave</a:t>
            </a:r>
          </a:p>
          <a:p>
            <a:pPr lvl="1"/>
            <a:r>
              <a:t>para desarrollar soluciones tecnológicas eficientes,</a:t>
            </a:r>
          </a:p>
          <a:p>
            <a:pPr lvl="1"/>
            <a:r>
              <a:t>seguras y adaptadas a las necesidades actuales.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81172-3BFC-40E3-91CB-1BF03A403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878" y="609594"/>
            <a:ext cx="7055380" cy="1400530"/>
          </a:xfrm>
        </p:spPr>
        <p:txBody>
          <a:bodyPr/>
          <a:lstStyle/>
          <a:p>
            <a:r>
              <a:rPr lang="es-ES" dirty="0"/>
              <a:t>ventajas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0C9903-1DED-42AD-930F-F816C0305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tx1">
                    <a:lumMod val="95000"/>
                  </a:schemeClr>
                </a:solidFill>
                <a:effectLst/>
                <a:latin typeface="Google Sans"/>
              </a:rPr>
              <a:t>Eficiencia y Automatización:</a:t>
            </a:r>
            <a:r>
              <a:rPr lang="es-ES" b="0" i="0" dirty="0">
                <a:solidFill>
                  <a:schemeClr val="tx1">
                    <a:lumMod val="95000"/>
                  </a:schemeClr>
                </a:solidFill>
                <a:effectLst/>
                <a:latin typeface="Google Sans"/>
              </a:rPr>
              <a:t> Reducción significativa de errores humanos y optimización de tiempo y recursos.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tx1">
                    <a:lumMod val="95000"/>
                  </a:schemeClr>
                </a:solidFill>
                <a:effectLst/>
                <a:latin typeface="Google Sans"/>
              </a:rPr>
              <a:t>Gestión Eficiente de Datos:</a:t>
            </a:r>
            <a:r>
              <a:rPr lang="es-ES" b="0" i="0" dirty="0">
                <a:solidFill>
                  <a:schemeClr val="tx1">
                    <a:lumMod val="95000"/>
                  </a:schemeClr>
                </a:solidFill>
                <a:effectLst/>
                <a:latin typeface="Google Sans"/>
              </a:rPr>
              <a:t> Acceso rápido, centralizado y organizado a la información, facilitando la toma de decisiones.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18D36A-6A87-401A-B178-D5A86F0AB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55" y="4331067"/>
            <a:ext cx="7055380" cy="21277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47083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A6571-A0CA-49E8-BE59-372EBD67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Desventajas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89BE68-98BE-4901-9AFB-B015B22E4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chemeClr val="tx1">
                    <a:lumMod val="95000"/>
                  </a:schemeClr>
                </a:solidFill>
                <a:effectLst/>
                <a:latin typeface="Google Sans"/>
              </a:rPr>
              <a:t>Costos Elevados:</a:t>
            </a:r>
            <a:r>
              <a:rPr lang="es-ES" sz="2400" b="0" i="0" dirty="0">
                <a:solidFill>
                  <a:schemeClr val="tx1">
                    <a:lumMod val="95000"/>
                  </a:schemeClr>
                </a:solidFill>
                <a:effectLst/>
                <a:latin typeface="Google Sans"/>
              </a:rPr>
              <a:t> Inversión inicial alta en hardware, software y desarrollo de prototipos.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chemeClr val="tx1">
                    <a:lumMod val="95000"/>
                  </a:schemeClr>
                </a:solidFill>
                <a:effectLst/>
                <a:latin typeface="Google Sans"/>
              </a:rPr>
              <a:t>Dependencia y Vulnerabilidad:</a:t>
            </a:r>
            <a:r>
              <a:rPr lang="es-ES" sz="2400" b="0" i="0" dirty="0">
                <a:solidFill>
                  <a:schemeClr val="tx1">
                    <a:lumMod val="95000"/>
                  </a:schemeClr>
                </a:solidFill>
                <a:effectLst/>
                <a:latin typeface="Google Sans"/>
              </a:rPr>
              <a:t> Alta dependencia del funcionamiento de la red y el sistema, con riesgos asociados a ciber amenazas.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599DC3-091F-4BF7-B733-FD8DB6A01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37" y="4355423"/>
            <a:ext cx="6302326" cy="22141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4396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61</TotalTime>
  <Words>369</Words>
  <Application>Microsoft Office PowerPoint</Application>
  <PresentationFormat>Presentación en pantalla (4:3)</PresentationFormat>
  <Paragraphs>53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Google Sans</vt:lpstr>
      <vt:lpstr>Wingdings 3</vt:lpstr>
      <vt:lpstr>Ion</vt:lpstr>
      <vt:lpstr>Diseño de Sistema Informatico</vt:lpstr>
      <vt:lpstr>¿ Que es el diseño de Sistema Informatico?</vt:lpstr>
      <vt:lpstr>Objetivo del diseño de Sistema</vt:lpstr>
      <vt:lpstr>Fases del Diseño de Sistemas</vt:lpstr>
      <vt:lpstr>Roles en el Diseño de Sistemas</vt:lpstr>
      <vt:lpstr>Ventajas del Diseño de Sistemas</vt:lpstr>
      <vt:lpstr>Desventajas del Diseño de Sistemas</vt:lpstr>
      <vt:lpstr>Importancia del Diseño de Sistemas</vt:lpstr>
      <vt:lpstr>Consejos para un Buen Diseño</vt:lpstr>
      <vt:lpstr>Conclusión</vt:lpstr>
      <vt:lpstr>ventajas</vt:lpstr>
      <vt:lpstr>Desventajas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Sistemas Informáticos</dc:title>
  <dc:subject/>
  <dc:creator/>
  <cp:keywords/>
  <dc:description>generated using python-pptx</dc:description>
  <cp:lastModifiedBy>Naun</cp:lastModifiedBy>
  <cp:revision>8</cp:revision>
  <dcterms:created xsi:type="dcterms:W3CDTF">2013-01-27T09:14:16Z</dcterms:created>
  <dcterms:modified xsi:type="dcterms:W3CDTF">2026-02-17T19:17:43Z</dcterms:modified>
  <cp:category/>
</cp:coreProperties>
</file>